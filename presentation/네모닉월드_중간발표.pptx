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상상을 출력하는 세계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7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네모닉월드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5029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017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직접 그리고, 출력하고, 붙이며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결과물로 이루어진 세계를 체험하는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3D 웹 서비스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457200"/>
            <a:ext cx="2560320" cy="438912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37160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NEMONIC</a:t>
            </a:r>
            <a:endParaRPr lang="en-US" sz="3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WORLD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0" y="3474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SSAFY 중간발표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4572000"/>
            <a:ext cx="384048" cy="384048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4709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0"/>
            <a:ext cx="384048" cy="384048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4709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0972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파트너사 소개 — 망고슬래브 &amp; 네모닉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8229600" cy="384048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727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57276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배경 — 왜 3D 세계인가?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4825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04825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우리의 접근법 — 캔버스를 넘어 세계로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8229600" cy="384048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2374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523744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컨셉 — 핵심 경험 구조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999232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9923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2999232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구조 — 광장형 허브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384048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747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4747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콘텐츠 3종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950208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502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950208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425696"/>
            <a:ext cx="8229600" cy="384048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42569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4425696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 &amp; 로드맵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0"/>
            <a:ext cx="384048" cy="384048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4709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망고슬래브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303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54864" cy="164592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25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2016년  |  삼성전자 C-Lab 스핀오프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제품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네모닉(Nemonic) — 세상에 없던 데이터 출력기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057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2017 최고혁신상  |  레드닷 Winner  |  CES 2026 혁신상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423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24만 대 판매  |  누적 매출 250억원+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5303520" cy="457200"/>
          </a:xfrm>
          <a:prstGeom prst="rect">
            <a:avLst/>
          </a:prstGeom>
          <a:solidFill>
            <a:srgbClr val="F27830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17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데이터를 물리적 점착 메모/라벨로 즉시 변환하는 Phygital(Physical+Digital) 기업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57200"/>
            <a:ext cx="2743200" cy="411480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371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망고슬래브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로고 &amp; 사옥 이미지 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200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삼성전자 C-Lab에서 출발한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IoT 스타트업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0"/>
            <a:ext cx="384048" cy="384048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4709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네모닉 (NEMONIC)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303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25880"/>
            <a:ext cx="54864" cy="21031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감열식 출력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783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잉크/토너/리본 완전 불필요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203dpi 해상도, 5초 출력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컷팅 · 유지비 제로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325880"/>
            <a:ext cx="54864" cy="21031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독자적 폼팩터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1783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점착 메모 ↔ 라벨 자유 전환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4색 메모(백/황/핑/청)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투명/방수/강접착 라벨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1325880"/>
            <a:ext cx="54864" cy="2103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371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소프트웨어 생태계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1783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Slack, MS Teams, Zapier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USB + 블루투스 무선 연결</a:t>
            </a:r>
            <a:endParaRPr lang="en-US" sz="1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오답노트 자동 출력(교육)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라인업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1234440" cy="320040"/>
          </a:xfrm>
          <a:prstGeom prst="rect">
            <a:avLst/>
          </a:prstGeom>
          <a:solidFill>
            <a:srgbClr val="F27830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160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Nemonic AI (배터리 내장)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0" y="4160520"/>
            <a:ext cx="123444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828800" y="4160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Nemonic Label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4160520"/>
            <a:ext cx="123444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0" y="4160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Nemonic Mini (휴대용)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4160520"/>
            <a:ext cx="123444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0" y="41605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Nemonic Dot (AI 점자)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457200"/>
            <a:ext cx="2743200" cy="411480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nemonic: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0936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기록하고 출력하며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붙이는, 똑똑한 프린터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10312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네모닉 제품 이미지 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291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x 112 x 90mm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손에 들어오는 크기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0"/>
            <a:ext cx="384048" cy="384048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4709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배경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네모닉의 핵심 경험을 웹에서 어떻게 전달할 것인가?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2697480" cy="457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417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텍스트 설명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7830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물성 기반 경험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전달에 한계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28016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280160"/>
            <a:ext cx="269748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417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 영상 소개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17830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참여를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유도하지 못함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280160"/>
            <a:ext cx="26974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417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정적 페이지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78308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동기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형성에 제한적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00400"/>
            <a:ext cx="54864" cy="91440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2461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질문
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"네모닉의 Phygital 경험을 전달하려면, 출력이 의미를 갖는 '세계'가 있어야 한다"
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평면 캔버스가 아닌, 사용자가 진입하고 참여하는 3D 공간으로 설계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0"/>
            <a:ext cx="384048" cy="384048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4709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우리의 접근법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캔버스를 넘어 — 세계를 만든다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280160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280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설명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12801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200400" cy="64008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2801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체험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194560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194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시연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21945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89120" y="2194560"/>
            <a:ext cx="3200400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상호작용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3108960"/>
            <a:ext cx="27432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108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출력물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0" y="31089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066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389120" y="3108960"/>
            <a:ext cx="3200400" cy="640080"/>
          </a:xfrm>
          <a:prstGeom prst="rect">
            <a:avLst/>
          </a:prstGeom>
          <a:solidFill>
            <a:srgbClr val="F97066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89120" y="3108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공간의 일부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"내가 만든 출력물이 이 세계의 일부가 된다"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0"/>
            <a:ext cx="384048" cy="384048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4709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컨셉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F2783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14400"/>
            <a:ext cx="45720" cy="54864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914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세계관  |  사용자는 관람자가 아닌 '진입자' — 문을 만들고, 출력하여, 세계에 들어가는 존재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경험 구조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생성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2103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7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 출력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103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부착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103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4068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결과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21031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잔존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콘텐츠가 이 구조를 동일하게 따름 → 통일된 '네모닉 경험'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인트로 시퀀스 (30초)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703320"/>
            <a:ext cx="228600" cy="228600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703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95020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오프닝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0" y="36576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64208" y="3703320"/>
            <a:ext cx="228600" cy="228600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29" name="Text 27"/>
          <p:cNvSpPr/>
          <p:nvPr/>
        </p:nvSpPr>
        <p:spPr>
          <a:xfrm>
            <a:off x="1664208" y="3703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91640" y="395020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834640" y="36576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852928" y="3703320"/>
            <a:ext cx="228600" cy="228600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33" name="Text 31"/>
          <p:cNvSpPr/>
          <p:nvPr/>
        </p:nvSpPr>
        <p:spPr>
          <a:xfrm>
            <a:off x="2852928" y="3703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80360" y="395020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가이드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안내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23360" y="36576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041648" y="3703320"/>
            <a:ext cx="228600" cy="228600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37" name="Text 35"/>
          <p:cNvSpPr/>
          <p:nvPr/>
        </p:nvSpPr>
        <p:spPr>
          <a:xfrm>
            <a:off x="4041648" y="3703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69080" y="395020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드로잉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12080" y="36576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30368" y="3703320"/>
            <a:ext cx="228600" cy="228600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41" name="Text 39"/>
          <p:cNvSpPr/>
          <p:nvPr/>
        </p:nvSpPr>
        <p:spPr>
          <a:xfrm>
            <a:off x="5230368" y="3703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57800" y="395020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네모닉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36576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19088" y="3703320"/>
            <a:ext cx="228600" cy="228600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45" name="Text 43"/>
          <p:cNvSpPr/>
          <p:nvPr/>
        </p:nvSpPr>
        <p:spPr>
          <a:xfrm>
            <a:off x="6419088" y="3703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46520" y="395020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벽면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부착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589520" y="3657600"/>
            <a:ext cx="10515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607808" y="3703320"/>
            <a:ext cx="228600" cy="228600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49" name="Text 47"/>
          <p:cNvSpPr/>
          <p:nvPr/>
        </p:nvSpPr>
        <p:spPr>
          <a:xfrm>
            <a:off x="7607808" y="37033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635240" y="395020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 개방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진입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0"/>
            <a:ext cx="384048" cy="384048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4709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공간 구조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광장형 허브 — 한눈에 파악, 언제든 복귀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인트로 공간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20116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103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🧱 문 부착 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26080" y="1280160"/>
            <a:ext cx="2926080" cy="1828800"/>
          </a:xfrm>
          <a:prstGeom prst="rect">
            <a:avLst/>
          </a:prstGeom>
          <a:solidFill>
            <a:srgbClr val="F27830">
              <a:alpha val="12000"/>
            </a:srgbClr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0" y="1280160"/>
            <a:ext cx="2926080" cy="4572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16" name="Text 14"/>
          <p:cNvSpPr/>
          <p:nvPr/>
        </p:nvSpPr>
        <p:spPr>
          <a:xfrm>
            <a:off x="292608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중앙 광장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08960" y="19202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허브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안내 · 추천 결과물 · 이벤트 노출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콘텐츠의 접근 중심점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280160"/>
            <a:ext cx="1325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280160"/>
            <a:ext cx="13258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371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16459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 캔버스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1965960"/>
            <a:ext cx="960120" cy="201168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96596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대표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680960" y="1280160"/>
            <a:ext cx="1325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80960" y="1280160"/>
            <a:ext cx="1325880" cy="36576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3716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26680" y="16459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릴레이 드로잉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63840" y="1965960"/>
            <a:ext cx="960120" cy="201168"/>
          </a:xfrm>
          <a:prstGeom prst="rect">
            <a:avLst/>
          </a:prstGeom>
          <a:solidFill>
            <a:srgbClr val="F97066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196596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협동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217920" y="2651760"/>
            <a:ext cx="1325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651760"/>
            <a:ext cx="13258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2743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63640" y="3017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포춘 메모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0" y="3337560"/>
            <a:ext cx="960120" cy="201168"/>
          </a:xfrm>
          <a:prstGeom prst="rect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333756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 핵심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680960" y="2651760"/>
            <a:ext cx="13258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0" y="2651760"/>
            <a:ext cx="13258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0" y="274320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26680" y="3017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콘텐츠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863840" y="3337560"/>
            <a:ext cx="960120" cy="201168"/>
          </a:xfrm>
          <a:prstGeom prst="rect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863840" y="333756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이후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7200" y="4114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중앙 광장 기준 분기 구조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14600" y="4114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언제든 광장 복귀 가능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0" y="4114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존별 역할 중복 없음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29400" y="41148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이벤트는 광장 중심 노출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0"/>
            <a:ext cx="384048" cy="384048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4709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콘텐츠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2697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143000"/>
            <a:ext cx="822960" cy="201168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430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대표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1874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 캔버스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2860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캔버스에 메모 자유 부착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메모: 이동/꾸미기/삭제 가능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남의 메모: '팔락' 모션 인터랙션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벽 자체가 전시 공간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축적감 → 살아있는 커뮤니티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0058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37560" y="1005840"/>
            <a:ext cx="2697480" cy="457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6" name="Shape 14"/>
          <p:cNvSpPr/>
          <p:nvPr/>
        </p:nvSpPr>
        <p:spPr>
          <a:xfrm>
            <a:off x="3429000" y="1143000"/>
            <a:ext cx="822960" cy="201168"/>
          </a:xfrm>
          <a:prstGeom prst="rect">
            <a:avLst/>
          </a:prstGeom>
          <a:solidFill>
            <a:srgbClr val="F97066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1430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협동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37560" y="1463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29000" y="1874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우당탕 릴레이 드로잉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20440" y="22860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머리/몸통/다리 분할 드로잉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유저가 하나의 캐릭터 완성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불가능한 결과 → 웃음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강한 결과 공개 연출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완성작 네모닉 출력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0058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005840"/>
            <a:ext cx="26974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1143000"/>
            <a:ext cx="822960" cy="201168"/>
          </a:xfrm>
          <a:prstGeom prst="rect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1430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 핵심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17920" y="1463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09360" y="1874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포춘 메모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228600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낮은 진입 장벽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결과 제공 (빠른 출력 경험)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시즌/이벤트 문구 교체 용이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재방문 유도에 최적화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소비 or 공간에 남기기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0"/>
            <a:ext cx="384048" cy="384048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4709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아키텍처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9659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19659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Frontend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(React)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R3F (Three.js)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Konva.js · GSAP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Audio 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005840"/>
            <a:ext cx="19659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005840"/>
            <a:ext cx="19659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097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1554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/ NestJS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19659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05840"/>
            <a:ext cx="1965960" cy="457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097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554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Gemini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API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구조화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005840"/>
            <a:ext cx="19659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05840"/>
            <a:ext cx="19659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0972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Infra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155448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 Cloud Run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000" dirty="0"/>
          </a:p>
          <a:p>
            <a:pPr algn="ctr" indent="0" marL="0">
              <a:lnSpc>
                <a:spcPct val="17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도전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2697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03320"/>
            <a:ext cx="45720" cy="73152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749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↔ 2D 전환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공간과 2D 캔버스 간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인터랙션 레이어 전환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37560" y="3703320"/>
            <a:ext cx="2697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3703320"/>
            <a:ext cx="45720" cy="73152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3749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동기화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기반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멀티플레이 상태 동기화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3703320"/>
            <a:ext cx="2697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3703320"/>
            <a:ext cx="45720" cy="73152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3749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→ 메모 렌더링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4023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응답을 정형화된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 템플릿으로 변환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4572000"/>
            <a:ext cx="384048" cy="384048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4709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기대 효과 &amp; 로드맵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05840"/>
            <a:ext cx="269748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브랜드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네모닉을 정보가 아닌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'경험'으로 기억하게 한다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00584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05840"/>
            <a:ext cx="2697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바이럴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4630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창작물이 3D 공간에 남아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스크린샷 공유 + 재방문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05840"/>
            <a:ext cx="2697480" cy="457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097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확장성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46304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세계관 기반이므로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추가 = 세계가 풍성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로드맵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08960"/>
            <a:ext cx="2697480" cy="32004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089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MVP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4747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인트로 · 커뮤니티 · 릴레이 · 포춘 · 운영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310896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3108960"/>
            <a:ext cx="26974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1089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확장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34747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플립북 · 시즌 운영 · 커뮤니티 확장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10896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3108960"/>
            <a:ext cx="269748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31089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3차 확장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47472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보조 생성 · 퍼즐 · 마이룸 · 통계 고도화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원칙:  기능 수 확대가 아닌 '출력 기반 창작 경험 강화' 기준으로 확장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457200"/>
            <a:ext cx="3017520" cy="438912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0" y="137160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NEMONIC</a:t>
            </a:r>
            <a:endParaRPr lang="en-US" sz="3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WORLD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0" y="2926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상상을 출력하는 세계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Q&amp;A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286000" cy="45720"/>
          </a:xfrm>
          <a:prstGeom prst="rect">
            <a:avLst/>
          </a:prstGeom>
          <a:solidFill>
            <a:srgbClr val="F2783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60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이상으로 네모닉월드 중간발표를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마치겠습니다. 감사합니다.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SSAFY 중간발표  |  2026.04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4572000"/>
            <a:ext cx="384048" cy="384048"/>
          </a:xfrm>
          <a:prstGeom prst="ellipse">
            <a:avLst/>
          </a:prstGeom>
          <a:solidFill>
            <a:srgbClr val="F2783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0" y="4709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MANGOSLAB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네모닉월드 중간발표</dc:title>
  <dc:subject>PptxGenJS Presentation</dc:subject>
  <dc:creator>네모닉월드 팀</dc:creator>
  <cp:lastModifiedBy>네모닉월드 팀</cp:lastModifiedBy>
  <cp:revision>1</cp:revision>
  <dcterms:created xsi:type="dcterms:W3CDTF">2026-04-15T06:43:19Z</dcterms:created>
  <dcterms:modified xsi:type="dcterms:W3CDTF">2026-04-15T06:43:19Z</dcterms:modified>
</cp:coreProperties>
</file>